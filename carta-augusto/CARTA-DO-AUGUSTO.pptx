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depoiment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67035" y="0"/>
            <a:ext cx="385762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childTnLst>
              </p:cTn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